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AI Investment Committee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334155"/>
                </a:solidFill>
              </a:rPr>
              <a:t>OpenEnv Theme #1 submission: multi-agent strategic decision-making in a professional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6400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</a:defRPr>
            </a:pPr>
            <a:r>
              <a:t>Train a Portfolio Manager agent inside a realistic investment committee, not a toy market game.</a:t>
            </a:r>
          </a:p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</a:defRPr>
            </a:pPr>
            <a:r>
              <a:t>Scripted Research and Risk actors create conflicting incentives, partial observability, and negotiation-like decisions.</a:t>
            </a:r>
          </a:p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</a:defRPr>
            </a:pPr>
            <a:r>
              <a:t>Goal: teach an LLM to ask for the right information, balance opportunity with risk, and adapt over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893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Environment Innovation • Storytelling • Observable Training Evidence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Why This Is Novel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334155"/>
                </a:solidFill>
              </a:rPr>
              <a:t>The updated judging brief rewards fresh environments that could plausibly drive real RL-for-LLM research.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563EB"/>
                </a:solidFill>
              </a:rPr>
              <a:t>What it teaches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41732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563EB"/>
                </a:solidFill>
              </a:rPr>
              <a:t>Why it is underexplored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</a:defRPr>
            </a:pPr>
            <a:r>
              <a:t>Structured disagreement resolution between Research and Risk.</a:t>
            </a:r>
          </a:p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</a:defRPr>
            </a:pPr>
            <a:r>
              <a:t>Action under partially observable incentives and hidden regimes.</a:t>
            </a:r>
          </a:p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</a:defRPr>
            </a:pPr>
            <a:r>
              <a:t>Longer-horizon workflow behavior instead of one-step ranking.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78308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</a:defRPr>
            </a:pPr>
            <a:r>
              <a:t>Most finance demos stop at prediction or static allocation.</a:t>
            </a:r>
          </a:p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</a:defRPr>
            </a:pPr>
            <a:r>
              <a:t>Few RL/LLM environments model institutional coordination with verifier-based rewards.</a:t>
            </a:r>
          </a:p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</a:defRPr>
            </a:pPr>
            <a:r>
              <a:t>A researcher could ask whether RL improves strategic coordination under changing constraints.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Environment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334155"/>
                </a:solidFill>
              </a:rPr>
              <a:t>Three roles, four tasks, and decomposed verifier-style rewards.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563EB"/>
                </a:solidFill>
              </a:rPr>
              <a:t>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41732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563EB"/>
                </a:solidFill>
              </a:rPr>
              <a:t>Task suite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</a:defRPr>
            </a:pPr>
            <a:r>
              <a:t>Portfolio Manager: only trainable agent.</a:t>
            </a:r>
          </a:p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</a:defRPr>
            </a:pPr>
            <a:r>
              <a:t>Research Analyst: scripted, noisy but useful signal provider.</a:t>
            </a:r>
          </a:p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</a:defRPr>
            </a:pPr>
            <a:r>
              <a:t>Risk Officer: scripted, enforces concentration and mandate pressure.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78308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</a:defRPr>
            </a:pPr>
            <a:r>
              <a:t>guided_allocation</a:t>
            </a:r>
          </a:p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</a:defRPr>
            </a:pPr>
            <a:r>
              <a:t>research_risk_conflict</a:t>
            </a:r>
          </a:p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</a:defRPr>
            </a:pPr>
            <a:r>
              <a:t>regime_shift_recovery</a:t>
            </a:r>
          </a:p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</a:defRPr>
            </a:pPr>
            <a:r>
              <a:t>mandate_drift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Reward components: return, drawdown, compliance, information usage, risk response, costs, and invalid-action penalties.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Baseline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334155"/>
                </a:solidFill>
              </a:rPr>
              <a:t>Multi-seed deterministic evaluation from the verified Colab setup.</a:t>
            </a:r>
          </a:p>
        </p:txBody>
      </p:sp>
      <p:pic>
        <p:nvPicPr>
          <p:cNvPr id="4" name="Picture 3" descr="baseline_scor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6675120" cy="40050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0" y="182880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</a:defRPr>
            </a:pPr>
            <a:r>
              <a:t>Heuristic overall score: 0.4084</a:t>
            </a:r>
          </a:p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</a:defRPr>
            </a:pPr>
            <a:r>
              <a:t>Random overall score: 0.2504</a:t>
            </a:r>
          </a:p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</a:defRPr>
            </a:pPr>
            <a:r>
              <a:t>Score delta vs random: +0.1580</a:t>
            </a:r>
          </a:p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</a:defRPr>
            </a:pPr>
            <a:r>
              <a:t>Heuristic wins on the multi-objective overall metric across the 4-task suite.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Training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334155"/>
                </a:solidFill>
              </a:rPr>
              <a:t>Short, repeatable T4 smoke run using TRL GRPO + LoRA with Qwen/Qwen3-0.6B.</a:t>
            </a:r>
          </a:p>
        </p:txBody>
      </p:sp>
      <p:pic>
        <p:nvPicPr>
          <p:cNvPr id="4" name="Picture 3" descr="reward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7040880" cy="42245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55279" y="1783080"/>
            <a:ext cx="3474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</a:defRPr>
            </a:pPr>
            <a:r>
              <a:t>Reward start: 0.0193</a:t>
            </a:r>
          </a:p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</a:defRPr>
            </a:pPr>
            <a:r>
              <a:t>Reward end: 0.0275</a:t>
            </a:r>
          </a:p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</a:defRPr>
            </a:pPr>
            <a:r>
              <a:t>Reward delta: +0.0082</a:t>
            </a:r>
          </a:p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</a:defRPr>
            </a:pPr>
            <a:r>
              <a:t>Best step: 4</a:t>
            </a:r>
          </a:p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</a:defRPr>
            </a:pPr>
            <a:r>
              <a:t>Artifacts: judging_report.md, onsite_demo_summary.md, reward_curve.png, training_log_history.json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Why It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334155"/>
                </a:solidFill>
              </a:rPr>
              <a:t>This is a trainable professional workflow benchmark, not a finance-themed toy.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</a:defRPr>
            </a:pPr>
            <a:r>
              <a:t>Capability gap: LLMs still struggle with structured multi-agent decision loops in realistic domains.</a:t>
            </a:r>
          </a:p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</a:defRPr>
            </a:pPr>
            <a:r>
              <a:t>Theme alignment: cooperation, conflict, partially observable incentives, and strategic behavior.</a:t>
            </a:r>
          </a:p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</a:defRPr>
            </a:pPr>
            <a:r>
              <a:t>Deliverables already in repo: OpenEnv environment, HF Space, Colab training notebook, committed plots, README, pitch script, and judge-facing reports.</a:t>
            </a:r>
          </a:p>
          <a:p>
            <a:pPr>
              <a:spcAft>
                <a:spcPts val="1000"/>
              </a:spcAft>
              <a:defRPr sz="2000">
                <a:solidFill>
                  <a:srgbClr val="334155"/>
                </a:solidFill>
              </a:defRPr>
            </a:pPr>
            <a:r>
              <a:t>Next step on-site: rerun the smoke training, show the artifacts, and tell a clear before/after story.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2563EB"/>
                </a:solidFill>
              </a:rPr>
              <a:t>Repo: github.com/anupamagarwal001/hackathon_submission    Space: huggingface.co/spaces/anupamagarwal001/amc_allocator_env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